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Northwind Traders Dashboard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8C8C8"/>
                </a:solidFill>
              </a:rPr>
              <a:t>Dash Quest Live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D3D0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1459"/>
            <a:ext cx="74066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Sales performance showed strong seasonal fluctuations across months.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April 2015 recorded the highest sales performance (~123.8K revenue).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Revenue growth was driven by high-performing products and strong shipment activity.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Operational efficiency remained stable with minimal pending shipments.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AC39D-BF9B-4EFD-97E8-DCC71B855DFD}"/>
              </a:ext>
            </a:extLst>
          </p:cNvPr>
          <p:cNvSpPr txBox="1"/>
          <p:nvPr/>
        </p:nvSpPr>
        <p:spPr>
          <a:xfrm>
            <a:off x="548640" y="285683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27D3D0"/>
                </a:solidFill>
              </a:rPr>
              <a:t>Product &amp; Category 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2C418F-C10D-41B5-9116-BB2EF14C18D5}"/>
              </a:ext>
            </a:extLst>
          </p:cNvPr>
          <p:cNvSpPr txBox="1"/>
          <p:nvPr/>
        </p:nvSpPr>
        <p:spPr>
          <a:xfrm>
            <a:off x="822960" y="3732074"/>
            <a:ext cx="75313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Côte de </a:t>
            </a:r>
            <a:r>
              <a:rPr dirty="0" err="1"/>
              <a:t>Blaye</a:t>
            </a:r>
            <a:r>
              <a:rPr dirty="0"/>
              <a:t> emerged as the top revenue-generating product.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Beverages and Dairy Products contributed the highest category revenue.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Premium-priced products generated strong revenue despite lower order volumes.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Product contribution remained concentrated among a limited number of SKUs.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57813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27D3D0"/>
                </a:solidFill>
              </a:rPr>
              <a:t>Shipment &amp; Logistics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16180"/>
            <a:ext cx="694081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United Package handled the highest shipment contribution.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Federal Shipping maintained balanced operational performance.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Freight distribution varied significantly across shipping providers.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Shipment performance indicates efficient logistics operations overall.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FC58F-C7EE-48A6-A8F7-9A844907DD80}"/>
              </a:ext>
            </a:extLst>
          </p:cNvPr>
          <p:cNvSpPr txBox="1"/>
          <p:nvPr/>
        </p:nvSpPr>
        <p:spPr>
          <a:xfrm>
            <a:off x="548640" y="3451691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27D3D0"/>
                </a:solidFill>
              </a:rPr>
              <a:t>Employee Performance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BB4B48-B114-4E9A-B354-E50F5AD619BE}"/>
              </a:ext>
            </a:extLst>
          </p:cNvPr>
          <p:cNvSpPr txBox="1"/>
          <p:nvPr/>
        </p:nvSpPr>
        <p:spPr>
          <a:xfrm>
            <a:off x="822960" y="4210058"/>
            <a:ext cx="74066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Margaret Peacock generated the highest sales contribution.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Employee sales performance varied significantly across the workforce.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High-performing employees consistently handled higher-value transactions.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Workforce performance analysis supports operational optimization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D3D0"/>
                </a:solidFill>
              </a:rPr>
              <a:t>Sales Trend &amp; 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4029"/>
            <a:ext cx="71073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Sales trends reveal strong seasonal demand concentration.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Revenue decline periods indicate lower order activity and weaker category contribution.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Optimize freight allocation and inventory planning during weaker sales periods.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/>
              <a:t>Increase focus on high-performing categories and top-selling products.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211</Words>
  <Application>Microsoft Office PowerPoint</Application>
  <PresentationFormat>On-screen Show (4:3)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Guru Prakash</cp:lastModifiedBy>
  <cp:revision>3</cp:revision>
  <dcterms:created xsi:type="dcterms:W3CDTF">2013-01-27T09:14:16Z</dcterms:created>
  <dcterms:modified xsi:type="dcterms:W3CDTF">2026-05-22T10:02:15Z</dcterms:modified>
  <cp:category/>
</cp:coreProperties>
</file>